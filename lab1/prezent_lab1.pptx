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3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D232F"/>
          </a:solidFill>
          <a:ln w="12700">
            <a:solidFill>
              <a:srgbClr val="1D23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Лабораторная работа №1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961120" y="16459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7DEE9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VirtualBox + Rocky Linux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5577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Установка и конфигурация операционной системы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5F7F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на виртуальную машину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58368" y="27432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7DEE9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Скворцова Анастасия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D7DEE9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НБИбд-01-24</a:t>
            </a:r>
            <a:endParaRPr lang="en-US" sz="2000" dirty="0"/>
          </a:p>
        </p:txBody>
      </p:sp>
      <p:pic>
        <p:nvPicPr>
          <p:cNvPr id="7" name="Image 0" descr="/mnt/data/lab1_work/render/pag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051560"/>
            <a:ext cx="4892040" cy="4069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58368" y="2487168"/>
            <a:ext cx="2194560" cy="0"/>
          </a:xfrm>
          <a:prstGeom prst="line">
            <a:avLst/>
          </a:prstGeom>
          <a:noFill/>
          <a:ln w="12700">
            <a:solidFill>
              <a:srgbClr val="F28B5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612880" y="6473952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8D0D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43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D232F"/>
          </a:solidFill>
          <a:ln w="12700">
            <a:solidFill>
              <a:srgbClr val="1D23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Цель и постановка задачи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530352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5F7F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Установить Rocky Linux на виртуальную машину VirtualBox.</a:t>
            </a:r>
            <a:pPr indent="0" marL="0">
              <a:buNone/>
            </a:pPr>
            <a:r>
              <a:rPr lang="en-US" sz="1800" dirty="0">
                <a:solidFill>
                  <a:srgbClr val="F5F7F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
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5F7F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Настроить базовые параметры системы и учётные записи.</a:t>
            </a:r>
            <a:pPr indent="0" marL="0">
              <a:buNone/>
            </a:pPr>
            <a:r>
              <a:rPr lang="en-US" sz="1800" dirty="0">
                <a:solidFill>
                  <a:srgbClr val="F5F7F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
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5F7F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Подготовить окружение для следующих лабораторных работ.</a:t>
            </a:r>
            <a:endParaRPr lang="en-US" sz="1800" dirty="0"/>
          </a:p>
        </p:txBody>
      </p:sp>
      <p:pic>
        <p:nvPicPr>
          <p:cNvPr id="5" name="Image 0" descr="/mnt/data/lab1_work/render/pag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914400"/>
            <a:ext cx="5029200" cy="3840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12880" y="6473952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8D0D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43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D232F"/>
          </a:solidFill>
          <a:ln w="12700">
            <a:solidFill>
              <a:srgbClr val="1D23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Создание виртуальной машины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822960"/>
            <a:ext cx="512064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5F7F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Создан каталог для виртуальных машин в /var/tmp.</a:t>
            </a:r>
            <a:pPr indent="0" marL="0">
              <a:buNone/>
            </a:pPr>
            <a:r>
              <a:rPr lang="en-US" sz="1800" dirty="0">
                <a:solidFill>
                  <a:srgbClr val="F5F7F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
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5F7F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Заданы тип ОС Linux / Red Hat (64-bit).</a:t>
            </a:r>
            <a:pPr indent="0" marL="0">
              <a:buNone/>
            </a:pPr>
            <a:r>
              <a:rPr lang="en-US" sz="1800" dirty="0">
                <a:solidFill>
                  <a:srgbClr val="F5F7F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
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5F7F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Назначены 2048 МБ RAM и динамический VDI-диск 40 ГБ.</a:t>
            </a:r>
            <a:endParaRPr lang="en-US" sz="1800" dirty="0"/>
          </a:p>
        </p:txBody>
      </p:sp>
      <p:pic>
        <p:nvPicPr>
          <p:cNvPr id="5" name="Image 0" descr="/mnt/data/lab1_work/render/pag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868680"/>
            <a:ext cx="2651760" cy="1920240"/>
          </a:xfrm>
          <a:prstGeom prst="rect">
            <a:avLst/>
          </a:prstGeom>
        </p:spPr>
      </p:pic>
      <p:pic>
        <p:nvPicPr>
          <p:cNvPr id="6" name="Image 1" descr="/mnt/data/lab1_work/render/page-0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868680"/>
            <a:ext cx="2651760" cy="1920240"/>
          </a:xfrm>
          <a:prstGeom prst="rect">
            <a:avLst/>
          </a:prstGeom>
        </p:spPr>
      </p:pic>
      <p:pic>
        <p:nvPicPr>
          <p:cNvPr id="7" name="Image 2" descr="/mnt/data/lab1_work/render/page-0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2926080"/>
            <a:ext cx="4114800" cy="25603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1612880" y="6473952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8D0D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43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D232F"/>
          </a:solidFill>
          <a:ln w="12700">
            <a:solidFill>
              <a:srgbClr val="1D23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Подключение ISO и запуск установки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530352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5F7F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В разделе «Носители» подключён ISO-образ Rocky Linux.</a:t>
            </a:r>
            <a:pPr indent="0" marL="0">
              <a:buNone/>
            </a:pPr>
            <a:r>
              <a:rPr lang="en-US" sz="1800" dirty="0">
                <a:solidFill>
                  <a:srgbClr val="F5F7F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
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5F7F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После запуска ВМ выбран английский язык интерфейса установки.</a:t>
            </a:r>
            <a:endParaRPr lang="en-US" sz="1800" dirty="0"/>
          </a:p>
        </p:txBody>
      </p:sp>
      <p:pic>
        <p:nvPicPr>
          <p:cNvPr id="5" name="Image 0" descr="/mnt/data/lab1_work/render/pag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868680"/>
            <a:ext cx="4572000" cy="2423160"/>
          </a:xfrm>
          <a:prstGeom prst="rect">
            <a:avLst/>
          </a:prstGeom>
        </p:spPr>
      </p:pic>
      <p:pic>
        <p:nvPicPr>
          <p:cNvPr id="6" name="Image 1" descr="/mnt/data/lab1_work/render/page-0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3520440"/>
            <a:ext cx="3794760" cy="19659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612880" y="6473952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8D0D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43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D232F"/>
          </a:solidFill>
          <a:ln w="12700">
            <a:solidFill>
              <a:srgbClr val="1D23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Настройка параметров установки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530352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5F7F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Выбрано окружение Server with GUI.</a:t>
            </a:r>
            <a:pPr indent="0" marL="0">
              <a:buNone/>
            </a:pPr>
            <a:r>
              <a:rPr lang="en-US" sz="1800" dirty="0">
                <a:solidFill>
                  <a:srgbClr val="F5F7F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
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5F7F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Добавлены Development Tools.</a:t>
            </a:r>
            <a:pPr indent="0" marL="0">
              <a:buNone/>
            </a:pPr>
            <a:r>
              <a:rPr lang="en-US" sz="1800" dirty="0">
                <a:solidFill>
                  <a:srgbClr val="F5F7F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
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5F7F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Отключён KDUMP и настроены сеть, имя хоста, root и администратор.</a:t>
            </a:r>
            <a:endParaRPr lang="en-US" sz="1800" dirty="0"/>
          </a:p>
        </p:txBody>
      </p:sp>
      <p:pic>
        <p:nvPicPr>
          <p:cNvPr id="5" name="Image 0" descr="/mnt/data/lab1_work/render/pag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868680"/>
            <a:ext cx="4754880" cy="2057400"/>
          </a:xfrm>
          <a:prstGeom prst="rect">
            <a:avLst/>
          </a:prstGeom>
        </p:spPr>
      </p:pic>
      <p:pic>
        <p:nvPicPr>
          <p:cNvPr id="6" name="Image 1" descr="/mnt/data/lab1_work/render/page-1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3154680"/>
            <a:ext cx="2240280" cy="1920240"/>
          </a:xfrm>
          <a:prstGeom prst="rect">
            <a:avLst/>
          </a:prstGeom>
        </p:spPr>
      </p:pic>
      <p:pic>
        <p:nvPicPr>
          <p:cNvPr id="7" name="Image 2" descr="/mnt/data/lab1_work/render/page-1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3154680"/>
            <a:ext cx="2240280" cy="19202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1612880" y="6473952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8D0D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43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D232F"/>
          </a:solidFill>
          <a:ln w="12700">
            <a:solidFill>
              <a:srgbClr val="1D23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Первоначальная настройка и Guest Additions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530352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5F7F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Приняты условия лицензии после первой загрузки системы.</a:t>
            </a:r>
            <a:pPr indent="0" marL="0">
              <a:buNone/>
            </a:pPr>
            <a:r>
              <a:rPr lang="en-US" sz="1800" dirty="0">
                <a:solidFill>
                  <a:srgbClr val="F5F7F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
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5F7F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Подключены дополнения гостевой ОС VirtualBox.</a:t>
            </a:r>
            <a:pPr indent="0" marL="0">
              <a:buNone/>
            </a:pPr>
            <a:r>
              <a:rPr lang="en-US" sz="1800" dirty="0">
                <a:solidFill>
                  <a:srgbClr val="F5F7F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
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5F7F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При необходимости изменены имя пользователя и имя хоста.</a:t>
            </a:r>
            <a:endParaRPr lang="en-US" sz="1800" dirty="0"/>
          </a:p>
        </p:txBody>
      </p:sp>
      <p:pic>
        <p:nvPicPr>
          <p:cNvPr id="5" name="Image 0" descr="/mnt/data/lab1_work/render/pag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868680"/>
            <a:ext cx="4572000" cy="2103120"/>
          </a:xfrm>
          <a:prstGeom prst="rect">
            <a:avLst/>
          </a:prstGeom>
        </p:spPr>
      </p:pic>
      <p:pic>
        <p:nvPicPr>
          <p:cNvPr id="6" name="Image 1" descr="/mnt/data/lab1_work/render/page-1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3246120"/>
            <a:ext cx="4206240" cy="19659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612880" y="6473952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8D0D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43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D232F"/>
          </a:solidFill>
          <a:ln w="12700">
            <a:solidFill>
              <a:srgbClr val="1D23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Дополнительное задание и выводы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530352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5F7F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Для анализа загрузки системы использована команда dmesg.</a:t>
            </a:r>
            <a:pPr indent="0" marL="0">
              <a:buNone/>
            </a:pPr>
            <a:r>
              <a:rPr lang="en-US" sz="1800" dirty="0">
                <a:solidFill>
                  <a:srgbClr val="F5F7F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
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5F7F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Определяются версия ядра, CPU, память, гипервизор и файловые системы.</a:t>
            </a:r>
            <a:pPr indent="0" marL="0">
              <a:buNone/>
            </a:pPr>
            <a:r>
              <a:rPr lang="en-US" sz="1800" dirty="0">
                <a:solidFill>
                  <a:srgbClr val="F5F7F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
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5F7F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Результат: виртуальная машина подготовлена для дальнейших лабораторных работ.</a:t>
            </a:r>
            <a:endParaRPr lang="en-US" sz="1800" dirty="0"/>
          </a:p>
        </p:txBody>
      </p:sp>
      <p:pic>
        <p:nvPicPr>
          <p:cNvPr id="5" name="Image 0" descr="/mnt/data/lab1_work/render/page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914400"/>
            <a:ext cx="4663440" cy="3657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12880" y="6473952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8D0D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RUDN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Установка и конфигурация ОС на виртуальную машину</dc:title>
  <dc:subject>Лабораторная работа №1</dc:subject>
  <dc:creator>OpenAI</dc:creator>
  <cp:lastModifiedBy>OpenAI</cp:lastModifiedBy>
  <cp:revision>1</cp:revision>
  <dcterms:created xsi:type="dcterms:W3CDTF">2026-04-17T07:28:55Z</dcterms:created>
  <dcterms:modified xsi:type="dcterms:W3CDTF">2026-04-17T07:28:55Z</dcterms:modified>
</cp:coreProperties>
</file>