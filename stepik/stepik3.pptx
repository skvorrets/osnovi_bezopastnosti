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Введение в криптографию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Асимметричная криптография, хэш-функции, RSA, ECDSA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Цифровая подпись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Публичный ключ, квалифицированная подпись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Электронные платежи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MasterCard, МИР, MFA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Блокчейн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Цифровая подпись и хранение ключей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