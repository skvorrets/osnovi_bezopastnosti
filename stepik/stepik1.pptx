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Базовые сетевые протоколы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Прохождение этапа Stepik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Протоколы прикладного уровня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 ходе прохождения курса были изучены сетевые протоколы прикладного уровня. Для выполнения задания был выбран протокол HTTPS, который используется для защищённой передачи данных между клиентом и сервером.</a:t>
            </a:r>
          </a:p>
        </p:txBody>
      </p:sp>
      <p:pic>
        <p:nvPicPr>
          <p:cNvPr id="4" name="Picture 3" descr="Снимок экрана 2026-05-16 в 23.18.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657600" cy="2377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Транспортный уровень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 время выполнения тестового задания был определён уровень работы протокола TCP. В результате было установлено, что TCP относится к транспортному уровню модели TCP/IP.</a:t>
            </a:r>
          </a:p>
        </p:txBody>
      </p:sp>
      <p:pic>
        <p:nvPicPr>
          <p:cNvPr id="4" name="Picture 3" descr="Снимок экрана 2026-05-16 в 23.18.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657600" cy="2377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Протокол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Было рассмотрено назначение протокола HTTP. В ходе выполнения задания определено, что HTTP выполняет передачу данных между клиентом и сервером в открытом виде.</a:t>
            </a:r>
          </a:p>
        </p:txBody>
      </p:sp>
      <p:pic>
        <p:nvPicPr>
          <p:cNvPr id="4" name="Picture 3" descr="Снимок экрана 2026-05-16 в 23.18.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657600" cy="2377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 данном этапе была изучена структура протокола HTTPS и механизм работы TLS. Было определено, что HTTPS включает фазу рукопожатия и фазу передачи данных.</a:t>
            </a:r>
          </a:p>
        </p:txBody>
      </p:sp>
      <p:pic>
        <p:nvPicPr>
          <p:cNvPr id="4" name="Picture 3" descr="Снимок экрана 2026-05-16 в 23.18.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657600" cy="2377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и сопоставление доменных имён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 время прохождения задания была изучена работа DNS-сервера. Было установлено, что DNS выполняет сопоставление IP-адресов доменным именам.</a:t>
            </a:r>
          </a:p>
        </p:txBody>
      </p:sp>
      <p:pic>
        <p:nvPicPr>
          <p:cNvPr id="4" name="Picture 3" descr="Снимок экрана 2026-05-16 в 23.19.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657600" cy="23770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 ходе выполнения теста была выбрана корректная последовательность уровней модели TCP/IP. Также были рассмотрены функции прикладного, транспортного, сетевого и канального уровней.</a:t>
            </a:r>
          </a:p>
        </p:txBody>
      </p:sp>
      <p:pic>
        <p:nvPicPr>
          <p:cNvPr id="4" name="Picture 3" descr="Снимок экрана 2026-05-16 в 23.19.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657600" cy="2377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