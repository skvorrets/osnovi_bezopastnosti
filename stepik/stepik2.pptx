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Прохождение Stepik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Этап «Шифрование диска»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Изучить методы защиты данных</a:t>
            </a:r>
          </a:p>
          <a:p>
            <a:pPr>
              <a:defRPr sz="2000"/>
            </a:pPr>
            <a:r>
              <a:t>Познакомиться с программами шифрования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Прохождение этапа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Открыт раздел «Шифрование диска»</a:t>
            </a:r>
          </a:p>
          <a:p>
            <a:pPr>
              <a:defRPr sz="2000"/>
            </a:pPr>
            <a:r>
              <a:t>Изучены материалы курса</a:t>
            </a:r>
          </a:p>
        </p:txBody>
      </p:sp>
      <p:pic>
        <p:nvPicPr>
          <p:cNvPr id="4" name="Picture 3" descr="fram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5448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Выполнение тестов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Выбраны корректные ответы</a:t>
            </a:r>
          </a:p>
          <a:p>
            <a:pPr>
              <a:defRPr sz="2000"/>
            </a:pPr>
            <a:r>
              <a:t>Использованы VeraCrypt и BitLocker</a:t>
            </a:r>
          </a:p>
        </p:txBody>
      </p:sp>
      <p:pic>
        <p:nvPicPr>
          <p:cNvPr id="4" name="Picture 3" descr="fram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5448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Проведена проверка ответов</a:t>
            </a:r>
          </a:p>
          <a:p>
            <a:pPr>
              <a:defRPr sz="2000"/>
            </a:pPr>
            <a:r>
              <a:t>Исправлены ошибки</a:t>
            </a:r>
          </a:p>
        </p:txBody>
      </p:sp>
      <p:pic>
        <p:nvPicPr>
          <p:cNvPr id="4" name="Picture 3" descr="fra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5448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Получены навыки работы с Stepik</a:t>
            </a:r>
          </a:p>
          <a:p>
            <a:pPr>
              <a:defRPr sz="2000"/>
            </a:pPr>
            <a:r>
              <a:t>Изучены методы защиты данных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