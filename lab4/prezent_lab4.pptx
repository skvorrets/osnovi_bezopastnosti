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</a:rPr>
              <a:t>Лабораторная работа № 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7E3FF"/>
                </a:solidFill>
              </a:rPr>
              <a:t>Дискреционное разграничение прав в Linux. Расширенные атрибуты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2D1"/>
                </a:solidFill>
              </a:rPr>
              <a:t>Скворцова Анастасия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8C2D1"/>
                </a:solidFill>
              </a:rPr>
              <a:t>НБИбд-01-24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</a:rPr>
              <a:t>Лабораторная работа №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F"/>
                </a:solidFill>
              </a:rPr>
              <a:t>Дискреционное разграничение прав в Linux. Расширенные атрибуты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972800" cy="0"/>
          </a:xfrm>
          <a:prstGeom prst="line">
            <a:avLst/>
          </a:prstGeom>
          <a:noFill/>
          <a:ln w="12700">
            <a:solidFill>
              <a:srgbClr val="5A65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</a:rPr>
              <a:t>Актуальность темы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10058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5F7FA"/>
                </a:solidFill>
              </a:rPr>
              <a:t>В Linux разграничение доступа реализуется не только базовыми правами rwx, но и расширенными атрибутами.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5F7FA"/>
                </a:solidFill>
              </a:rPr>
              <a:t>Атрибуты a и i позволяют дополнительно ограничить операции над файлами.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5F7FA"/>
                </a:solidFill>
              </a:rPr>
              <a:t>Практическое понимание этих механизмов важно для администрирования и защиты данных.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</a:rPr>
              <a:t>Лабораторная работа №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F"/>
                </a:solidFill>
              </a:rPr>
              <a:t>Дискреционное разграничение прав в Linux. Расширенные атрибуты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972800" cy="0"/>
          </a:xfrm>
          <a:prstGeom prst="line">
            <a:avLst/>
          </a:prstGeom>
          <a:noFill/>
          <a:ln w="12700">
            <a:solidFill>
              <a:srgbClr val="5A65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</a:rPr>
              <a:t>Цель работы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10058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5F7FA"/>
                </a:solidFill>
              </a:rPr>
              <a:t>Получить практические навыки работы в консоли Linux с расширенными атрибутами файлов.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5F7FA"/>
                </a:solidFill>
              </a:rPr>
              <a:t>Исследовать влияние атрибутов a и i на изменение файлов.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</a:rPr>
              <a:t>Лабораторная работа №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F"/>
                </a:solidFill>
              </a:rPr>
              <a:t>Дискреционное разграничение прав в Linux. Расширенные атрибуты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972800" cy="0"/>
          </a:xfrm>
          <a:prstGeom prst="line">
            <a:avLst/>
          </a:prstGeom>
          <a:noFill/>
          <a:ln w="12700">
            <a:solidFill>
              <a:srgbClr val="5A65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</a:rPr>
              <a:t>Исходные команды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658368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263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48840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lsattr /home/guest/dir1/file1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600 /home/guest/dir1/file1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chattr +a /home/guest/dir1/file1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26680" y="20116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2D1"/>
                </a:solidFill>
              </a:rPr>
              <a:t>Команда lsattr показывает расширенные атрибуты, а chmod 600 ограничивает доступ только владельцем файла.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</a:rPr>
              <a:t>Лабораторная работа №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F"/>
                </a:solidFill>
              </a:rPr>
              <a:t>Дискреционное разграничение прав в Linux. Расширенные атрибуты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972800" cy="0"/>
          </a:xfrm>
          <a:prstGeom prst="line">
            <a:avLst/>
          </a:prstGeom>
          <a:noFill/>
          <a:ln w="12700">
            <a:solidFill>
              <a:srgbClr val="5A65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</a:rPr>
              <a:t>Проверка атрибута 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07040" cy="3611880"/>
          </a:xfrm>
          <a:prstGeom prst="roundRect">
            <a:avLst>
              <a:gd name="adj" fmla="val 1519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7" name="Image 0" descr="/mnt/data/lab4_bundle/assets/lab4_scr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68296"/>
            <a:ext cx="10241280" cy="23408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5532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После установки атрибута a от имени root в выводе lsattr появляется соответствующая метка.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</a:rPr>
              <a:t>Лабораторная работа №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F"/>
                </a:solidFill>
              </a:rPr>
              <a:t>Дискреционное разграничение прав в Linux. Расширенные атрибуты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972800" cy="0"/>
          </a:xfrm>
          <a:prstGeom prst="line">
            <a:avLst/>
          </a:prstGeom>
          <a:noFill/>
          <a:ln w="12700">
            <a:solidFill>
              <a:srgbClr val="5A65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</a:rPr>
              <a:t>Дозапись при атрибуте 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07040" cy="3611880"/>
          </a:xfrm>
          <a:prstGeom prst="roundRect">
            <a:avLst>
              <a:gd name="adj" fmla="val 1519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7" name="Image 0" descr="/mnt/data/lab4_bundle/assets/lab4_scr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68296"/>
            <a:ext cx="10241280" cy="23408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5532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Атрибут a разрешает только добавление данных в конец файла.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</a:rPr>
              <a:t>Лабораторная работа №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F"/>
                </a:solidFill>
              </a:rPr>
              <a:t>Дискреционное разграничение прав в Linux. Расширенные атрибуты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972800" cy="0"/>
          </a:xfrm>
          <a:prstGeom prst="line">
            <a:avLst/>
          </a:prstGeom>
          <a:noFill/>
          <a:ln w="12700">
            <a:solidFill>
              <a:srgbClr val="5A65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</a:rPr>
              <a:t>Запрет перезаписи и переименования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07040" cy="3611880"/>
          </a:xfrm>
          <a:prstGeom prst="roundRect">
            <a:avLst>
              <a:gd name="adj" fmla="val 1519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7" name="Image 0" descr="/mnt/data/lab4_bundle/assets/lab4_scr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68296"/>
            <a:ext cx="10241280" cy="23408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5532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Перезапись и переименование файла запрещены, пока установлен атрибут 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</a:rPr>
              <a:t>Лабораторная работа №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F"/>
                </a:solidFill>
              </a:rPr>
              <a:t>Дискреционное разграничение прав в Linux. Расширенные атрибуты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972800" cy="0"/>
          </a:xfrm>
          <a:prstGeom prst="line">
            <a:avLst/>
          </a:prstGeom>
          <a:noFill/>
          <a:ln w="12700">
            <a:solidFill>
              <a:srgbClr val="5A65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</a:rPr>
              <a:t>Атрибут i (immutable)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10058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5F7FA"/>
                </a:solidFill>
              </a:rPr>
              <a:t>Атрибут i делает файл неизменяемым.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5F7FA"/>
                </a:solidFill>
              </a:rPr>
              <a:t>Запрещает дозапись, перезапись, переименование и удаление.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5F7FA"/>
                </a:solidFill>
              </a:rPr>
              <a:t>Снимается только суперпользователем.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</a:rPr>
              <a:t>Лабораторная работа №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F"/>
                </a:solidFill>
              </a:rPr>
              <a:t>Дискреционное разграничение прав в Linux. Расширенные атрибуты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972800" cy="0"/>
          </a:xfrm>
          <a:prstGeom prst="line">
            <a:avLst/>
          </a:prstGeom>
          <a:noFill/>
          <a:ln w="12700">
            <a:solidFill>
              <a:srgbClr val="5A65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</a:rPr>
              <a:t>Проверка атрибута 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07040" cy="3611880"/>
          </a:xfrm>
          <a:prstGeom prst="roundRect">
            <a:avLst>
              <a:gd name="adj" fmla="val 1519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7" name="Image 0" descr="/mnt/data/lab4_bundle/assets/lab4_scr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68296"/>
            <a:ext cx="10241280" cy="23408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5532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При атрибуте i дозапись в файл становится невозможной.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</a:rPr>
              <a:t>Лабораторная работа № 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F"/>
                </a:solidFill>
              </a:rPr>
              <a:t>Дискреционное разграничение прав в Linux. Расширенные атрибуты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0972800" cy="0"/>
          </a:xfrm>
          <a:prstGeom prst="line">
            <a:avLst/>
          </a:prstGeom>
          <a:noFill/>
          <a:ln w="12700">
            <a:solidFill>
              <a:srgbClr val="5A65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</a:rPr>
              <a:t>Выводы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10058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5F7FA"/>
                </a:solidFill>
              </a:rPr>
              <a:t>Атрибут a переводит файл в режим дозаписи.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5F7FA"/>
                </a:solidFill>
              </a:rPr>
              <a:t>Атрибут i полностью запрещает любые изменения.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F5F7FA"/>
                </a:solidFill>
              </a:rPr>
              <a:t>Расширенные атрибуты усиливают защиту файлов в Linux.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РУДН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Дискреционное разграничение прав в Linux. Расширенные атрибуты</dc:title>
  <dc:subject>Лабораторная работа №4</dc:subject>
  <dc:creator>OpenAI</dc:creator>
  <cp:lastModifiedBy>OpenAI</cp:lastModifiedBy>
  <cp:revision>1</cp:revision>
  <dcterms:created xsi:type="dcterms:W3CDTF">2026-04-17T04:48:05Z</dcterms:created>
  <dcterms:modified xsi:type="dcterms:W3CDTF">2026-04-17T04:48:05Z</dcterms:modified>
</cp:coreProperties>
</file>