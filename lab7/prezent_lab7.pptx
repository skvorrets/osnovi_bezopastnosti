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Лабораторная работа №7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Однократное гаммирование</a:t>
            </a:r>
          </a:p>
          <a:p>
            <a:r>
              <a:t>Скворцова Анастасия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Изучить применение XOR</a:t>
            </a:r>
          </a:p>
          <a:p>
            <a:pPr>
              <a:defRPr sz="2000"/>
            </a:pPr>
            <a:r>
              <a:t>Реализовать шифрование и дешифрование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Создание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Создан файл gamma.py</a:t>
            </a:r>
          </a:p>
          <a:p>
            <a:pPr>
              <a:defRPr sz="2000"/>
            </a:pPr>
            <a:r>
              <a:t>Реализована операция XOR</a:t>
            </a:r>
          </a:p>
        </p:txBody>
      </p:sp>
      <p:pic>
        <p:nvPicPr>
          <p:cNvPr id="4" name="Picture 3" descr="quality_scree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Получение шифротекста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Получен шифротекст</a:t>
            </a:r>
          </a:p>
          <a:p>
            <a:pPr>
              <a:defRPr sz="2000"/>
            </a:pPr>
            <a:r>
              <a:t>Выполнено шифрование данных</a:t>
            </a:r>
          </a:p>
        </p:txBody>
      </p:sp>
      <p:pic>
        <p:nvPicPr>
          <p:cNvPr id="4" name="Picture 3" descr="quality_scree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Дешифрование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Исходный текст восстановлен</a:t>
            </a:r>
          </a:p>
          <a:p>
            <a:pPr>
              <a:defRPr sz="2000"/>
            </a:pPr>
            <a:r>
              <a:t>Подтверждена симметричность XOR</a:t>
            </a:r>
          </a:p>
        </p:txBody>
      </p:sp>
      <p:pic>
        <p:nvPicPr>
          <p:cNvPr id="4" name="Picture 3" descr="quality_scree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Изучен метод гаммирования</a:t>
            </a:r>
          </a:p>
          <a:p>
            <a:pPr>
              <a:defRPr sz="2000"/>
            </a:pPr>
            <a:r>
              <a:t>Получены практические навыки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