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Лабораторная работа №6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Мандатное разграничение прав в Linux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SELinux и Apache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Студент: Скворцова Анастасия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Группа: НБИбд-01-24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Цель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Развить навыки администрирования ОС Linux, получить первое практическое знакомство с технологией SELinux и проверить её работу совместно с веб-сервером Apache.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Проверка режима SELinux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getenforce -&gt; Enforcing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sestatus -&gt; политика targeted, режим enforcing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Подтверждена корректная конфигурация лабораторного стенда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Apache и контекст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Проверена работа службы httpd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Процессы Apache работают в домене httpd_t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Контекст определён командами ps auxZ | grep httpd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Контексты файлов в /var/www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Каталог /var/www/html имеет тип httpd_sys_content_t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Создан файл test.html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По умолчанию он получает контекст, доступный Apache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Нарушение контекста и отказ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Контекст test.html изменён на samba_share_t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После этого доступ по URL /test.html запрещён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SELinux блокирует Apache несмотря на обычные права файла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Анализ журналов и порта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В журналах появляются AVC-denied сообщения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Apache не может bind к порту 81 без разрешения SELinux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Проблема устранена через semanage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4E7A"/>
                </a:solidFill>
              </a:rPr>
              <a:t>Результат и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Порт 81 добавлен в http_port_t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Контекст файла возвращён к httpd_sys_content_t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Веб-сервер снова отдаёт страницу test.html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