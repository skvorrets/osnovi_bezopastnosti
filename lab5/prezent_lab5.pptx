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058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6"/>
                </a:solidFill>
              </a:rPr>
              <a:t>Лабораторная работа № 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AF0F6"/>
                </a:solidFill>
              </a:rPr>
              <a:t>Дискреционное разграничение прав в Linux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B0FF"/>
                </a:solidFill>
              </a:rPr>
              <a:t>Исследование SetUID, SetGID и Sticky-бита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434840"/>
            <a:ext cx="3383280" cy="1005840"/>
          </a:xfrm>
          <a:prstGeom prst="roundRect">
            <a:avLst>
              <a:gd name="adj" fmla="val 7273"/>
            </a:avLst>
          </a:prstGeom>
          <a:solidFill>
            <a:srgbClr val="162033"/>
          </a:solidFill>
          <a:ln w="12700">
            <a:solidFill>
              <a:srgbClr val="3141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663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0F6"/>
                </a:solidFill>
              </a:rPr>
              <a:t>Скворцова Анастасия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AF0F6"/>
                </a:solidFill>
              </a:rPr>
              <a:t>НБИбд-01-24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80960" y="96012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7F8FA"/>
          </a:solidFill>
          <a:ln w="12700">
            <a:solidFill>
              <a:srgbClr val="D9E0E7"/>
            </a:solidFill>
            <a:prstDash val="solid"/>
          </a:ln>
        </p:spPr>
      </p:sp>
      <p:pic>
        <p:nvPicPr>
          <p:cNvPr id="9" name="Image 0" descr="/mnt/data/lab5_assets/lab5_scr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3026068"/>
            <a:ext cx="3383280" cy="89730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4D2"/>
                </a:solidFill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0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Цель работы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Изучение дополнительных атрибутов защиты в Linux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1064240" cy="0"/>
          </a:xfrm>
          <a:prstGeom prst="line">
            <a:avLst/>
          </a:prstGeom>
          <a:noFill/>
          <a:ln w="12700">
            <a:solidFill>
              <a:srgbClr val="3A4B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521208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AF0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изучить механизмы изменения идентификаторов процессов;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AF0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исследовать применение SetUID- и SetGID-битов;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AF0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проверить влияние Sticky-бита на операции с файлами в каталоге /tmp;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AF0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закрепить навыки работы в консоли Linux.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1325880"/>
            <a:ext cx="4937760" cy="4389120"/>
          </a:xfrm>
          <a:prstGeom prst="roundRect">
            <a:avLst>
              <a:gd name="adj" fmla="val 1667"/>
            </a:avLst>
          </a:prstGeom>
          <a:solidFill>
            <a:srgbClr val="F7F8FA"/>
          </a:solidFill>
          <a:ln w="12700">
            <a:solidFill>
              <a:srgbClr val="D9E0E7"/>
            </a:solidFill>
            <a:prstDash val="solid"/>
          </a:ln>
        </p:spPr>
      </p:sp>
      <p:pic>
        <p:nvPicPr>
          <p:cNvPr id="8" name="Image 0" descr="/mnt/data/lab5_assets/lab5_scr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902027"/>
            <a:ext cx="4663440" cy="12368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4D2"/>
                </a:solidFill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0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Программа simpleid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Сравнение эффективных идентификаторов с системной командой id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1064240" cy="0"/>
          </a:xfrm>
          <a:prstGeom prst="line">
            <a:avLst/>
          </a:prstGeom>
          <a:noFill/>
          <a:ln w="12700">
            <a:solidFill>
              <a:srgbClr val="3A4B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4114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AF0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программа выводит эффективные UID и GID;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AF0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результат обычного запуска совпадает с текущими правами guest;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AF0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это служит базовой точкой сравнения для SetUID и SetGID.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89320" y="128016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7F8FA"/>
          </a:solidFill>
          <a:ln w="12700">
            <a:solidFill>
              <a:srgbClr val="D9E0E7"/>
            </a:solidFill>
            <a:prstDash val="solid"/>
          </a:ln>
        </p:spPr>
      </p:sp>
      <p:pic>
        <p:nvPicPr>
          <p:cNvPr id="8" name="Image 0" descr="/mnt/data/lab5_assets/lab5_scr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962855"/>
            <a:ext cx="5029200" cy="111517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4D2"/>
                </a:solidFill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0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Программа simpleid2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 реальных и эффективных идентификаторов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1064240" cy="0"/>
          </a:xfrm>
          <a:prstGeom prst="line">
            <a:avLst/>
          </a:prstGeom>
          <a:noFill/>
          <a:ln w="12700">
            <a:solidFill>
              <a:srgbClr val="3A4B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25880"/>
            <a:ext cx="502920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AF0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после chown root:guest и chmod u+s файл получает SetUID;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AF0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эффективный UID становится равным владельцу файла;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AF0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реальный UID пользователя не меняется.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89320" y="123444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7F8FA"/>
          </a:solidFill>
          <a:ln w="12700">
            <a:solidFill>
              <a:srgbClr val="D9E0E7"/>
            </a:solidFill>
            <a:prstDash val="solid"/>
          </a:ln>
        </p:spPr>
      </p:sp>
      <p:pic>
        <p:nvPicPr>
          <p:cNvPr id="8" name="Image 0" descr="/mnt/data/lab5_assets/lab5_scr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696610"/>
            <a:ext cx="5029200" cy="122450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89320" y="361188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7F8FA"/>
          </a:solidFill>
          <a:ln w="12700">
            <a:solidFill>
              <a:srgbClr val="D9E0E7"/>
            </a:solidFill>
            <a:prstDash val="solid"/>
          </a:ln>
        </p:spPr>
      </p:sp>
      <p:pic>
        <p:nvPicPr>
          <p:cNvPr id="10" name="Image 1" descr="/mnt/data/lab5_assets/lab5_scr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4074050"/>
            <a:ext cx="5029200" cy="12245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4D2"/>
                </a:solidFill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0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Программа readfile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Демонстрация риска SetUID при работе с защищёнными данными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1064240" cy="0"/>
          </a:xfrm>
          <a:prstGeom prst="line">
            <a:avLst/>
          </a:prstGeom>
          <a:noFill/>
          <a:ln w="12700">
            <a:solidFill>
              <a:srgbClr val="3A4B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25880"/>
            <a:ext cx="4937760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AF0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обычный пользователь не может прочитать защищённый файл напрямую;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AF0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после установки владельца root и SetUID программа читает файл от имени root;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AF0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та же логика позволяет открыть /etc/shadow, что показывает потенциальную опасность SetUID-программ.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0" y="12344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7F8FA"/>
          </a:solidFill>
          <a:ln w="12700">
            <a:solidFill>
              <a:srgbClr val="D9E0E7"/>
            </a:solidFill>
            <a:prstDash val="solid"/>
          </a:ln>
        </p:spPr>
      </p:sp>
      <p:pic>
        <p:nvPicPr>
          <p:cNvPr id="8" name="Image 0" descr="/mnt/data/lab5_assets/lab5_scr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635881"/>
            <a:ext cx="5074920" cy="134595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0" y="36118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7F8FA"/>
          </a:solidFill>
          <a:ln w="12700">
            <a:solidFill>
              <a:srgbClr val="D9E0E7"/>
            </a:solidFill>
            <a:prstDash val="solid"/>
          </a:ln>
        </p:spPr>
      </p:sp>
      <p:pic>
        <p:nvPicPr>
          <p:cNvPr id="10" name="Image 1" descr="/mnt/data/lab5_assets/lab5_scr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4009346"/>
            <a:ext cx="5074920" cy="11253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4D2"/>
                </a:solidFill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0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Sticky-бит каталога /tmp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Исследование чтения, записи и удаления чужих файлов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1064240" cy="0"/>
          </a:xfrm>
          <a:prstGeom prst="line">
            <a:avLst/>
          </a:prstGeom>
          <a:noFill/>
          <a:ln w="12700">
            <a:solidFill>
              <a:srgbClr val="3A4B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25880"/>
            <a:ext cx="4937760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AF0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каталог /tmp обычно имеет права drwxrwxrwt;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AF0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чтение и запись в сам файл могут быть доступны другим пользователям;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AF0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удаление чужого файла блокируется именно Sticky-битом каталога.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89320" y="1234440"/>
            <a:ext cx="5303520" cy="2057400"/>
          </a:xfrm>
          <a:prstGeom prst="roundRect">
            <a:avLst>
              <a:gd name="adj" fmla="val 3556"/>
            </a:avLst>
          </a:prstGeom>
          <a:solidFill>
            <a:srgbClr val="F7F8FA"/>
          </a:solidFill>
          <a:ln w="12700">
            <a:solidFill>
              <a:srgbClr val="D9E0E7"/>
            </a:solidFill>
            <a:prstDash val="solid"/>
          </a:ln>
        </p:spPr>
      </p:sp>
      <p:pic>
        <p:nvPicPr>
          <p:cNvPr id="8" name="Image 0" descr="/mnt/data/lab5_assets/lab5_scr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650890"/>
            <a:ext cx="5029200" cy="122450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89320" y="3474720"/>
            <a:ext cx="5303520" cy="2057400"/>
          </a:xfrm>
          <a:prstGeom prst="roundRect">
            <a:avLst>
              <a:gd name="adj" fmla="val 3556"/>
            </a:avLst>
          </a:prstGeom>
          <a:solidFill>
            <a:srgbClr val="F7F8FA"/>
          </a:solidFill>
          <a:ln w="12700">
            <a:solidFill>
              <a:srgbClr val="D9E0E7"/>
            </a:solidFill>
            <a:prstDash val="solid"/>
          </a:ln>
        </p:spPr>
      </p:sp>
      <p:pic>
        <p:nvPicPr>
          <p:cNvPr id="10" name="Image 1" descr="/mnt/data/lab5_assets/lab5_scr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3836504"/>
            <a:ext cx="5029200" cy="133383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4D2"/>
                </a:solidFill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0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Удаление файла при наличии и отсутствии Sticky-бита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Сравнение поведения каталога /tmp до и после chmod -t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1064240" cy="0"/>
          </a:xfrm>
          <a:prstGeom prst="line">
            <a:avLst/>
          </a:prstGeom>
          <a:noFill/>
          <a:ln w="12700">
            <a:solidFill>
              <a:srgbClr val="3A4B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489204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AF0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 установленном Sticky-бите guest2 не может удалить файл guest;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AF0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после chmod -t /tmp удаление чужого файла становится возможным;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AF0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Sticky-бит защищает не содержимое файла, а право удаления в общем каталоге.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89320" y="1325880"/>
            <a:ext cx="5303520" cy="4389120"/>
          </a:xfrm>
          <a:prstGeom prst="roundRect">
            <a:avLst>
              <a:gd name="adj" fmla="val 1667"/>
            </a:avLst>
          </a:prstGeom>
          <a:solidFill>
            <a:srgbClr val="F7F8FA"/>
          </a:solidFill>
          <a:ln w="12700">
            <a:solidFill>
              <a:srgbClr val="D9E0E7"/>
            </a:solidFill>
            <a:prstDash val="solid"/>
          </a:ln>
        </p:spPr>
      </p:sp>
      <p:pic>
        <p:nvPicPr>
          <p:cNvPr id="8" name="Image 0" descr="/mnt/data/lab5_assets/lab5_scr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908190"/>
            <a:ext cx="5029200" cy="12245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4D2"/>
                </a:solidFill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0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Выводы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Итоги лабораторной работы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1064240" cy="0"/>
          </a:xfrm>
          <a:prstGeom prst="line">
            <a:avLst/>
          </a:prstGeom>
          <a:noFill/>
          <a:ln w="12700">
            <a:solidFill>
              <a:srgbClr val="3A4B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63040"/>
            <a:ext cx="1024128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AF0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SetUID и SetGID изменяют эффективные идентификаторы процесса;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AF0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SetUID-программы требуют осторожной настройки, так как могут дать доступ к защищённым данным;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AF0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Sticky-бит защищает файлы в общедоступных каталогах от удаления посторонними пользователями;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AF0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цель работы достигнута: влияние дополнительных атрибутов подтверждено на практике.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4D2"/>
                </a:solidFill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RUDN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 5</dc:title>
  <dc:subject>Lab 5 SetUID SetGID Sticky</dc:subject>
  <dc:creator>OpenAI</dc:creator>
  <cp:lastModifiedBy>OpenAI</cp:lastModifiedBy>
  <cp:revision>1</cp:revision>
  <dcterms:created xsi:type="dcterms:W3CDTF">2026-04-17T03:38:38Z</dcterms:created>
  <dcterms:modified xsi:type="dcterms:W3CDTF">2026-04-17T03:38:38Z</dcterms:modified>
</cp:coreProperties>
</file>