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Лабораторная работа №3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DC8FF"/>
                </a:solidFill>
              </a:rPr>
              <a:t>Дискреционное разграничение прав в Linux. Два пользователя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</a:rPr>
              <a:t>Скворцова Анастасия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EEF4"/>
                </a:solidFill>
              </a:rPr>
              <a:t>НБИбд-01-24</a:t>
            </a:r>
            <a:endParaRPr lang="en-US" sz="1800" dirty="0"/>
          </a:p>
        </p:txBody>
      </p:sp>
      <p:pic>
        <p:nvPicPr>
          <p:cNvPr id="7" name="Image 0" descr="/mnt/data/lab3_pack/imgs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02536"/>
            <a:ext cx="4206240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Цель работы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12064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E8EEF4"/>
                </a:solidFill>
              </a:rPr>
              <a:t>Получить практические навыки работы с правами доступа для групп пользователей в Linux.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E8EEF4"/>
                </a:solidFill>
              </a:rPr>
              <a:t>Исследовать влияние прав каталога и файла на действия второго пользователя.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E8EEF4"/>
                </a:solidFill>
              </a:rPr>
              <a:t>Определить минимальные права для типовых операций в общей директории.</a:t>
            </a:r>
            <a:endParaRPr lang="en-US" sz="1900" dirty="0"/>
          </a:p>
        </p:txBody>
      </p:sp>
      <p:pic>
        <p:nvPicPr>
          <p:cNvPr id="6" name="Image 0" descr="/mnt/data/lab3_pack/imgs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53213"/>
            <a:ext cx="4846320" cy="1179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Создание пользователей и группы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023360" cy="1965960"/>
          </a:xfrm>
          <a:prstGeom prst="rect">
            <a:avLst/>
          </a:prstGeom>
          <a:solidFill>
            <a:srgbClr val="0D141A"/>
          </a:solidFill>
          <a:ln>
            <a:solidFill>
              <a:srgbClr val="2C3D4D"/>
            </a:solidFill>
          </a:ln>
          <a:effectLst>
            <a:outerShdw sx="100000" sy="100000" kx="0" ky="0" algn="bl" rotWithShape="0" blurRad="12700" dist="1270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passwd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guest2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passwd guest2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gpasswd -a guest2 guest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438912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Созданы пользователи guest и guest2.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Пользователь guest2 добавлен в группу guest.</a:t>
            </a:r>
            <a:endParaRPr lang="en-US" sz="1800" dirty="0"/>
          </a:p>
        </p:txBody>
      </p:sp>
      <p:pic>
        <p:nvPicPr>
          <p:cNvPr id="7" name="Image 0" descr="/mnt/data/lab3_pack/imgs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124986"/>
            <a:ext cx="5486400" cy="1693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Проверка пользователей и групп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886200" cy="2926080"/>
          </a:xfrm>
          <a:prstGeom prst="rect">
            <a:avLst/>
          </a:prstGeom>
          <a:solidFill>
            <a:srgbClr val="0D141A"/>
          </a:solidFill>
          <a:ln>
            <a:solidFill>
              <a:srgbClr val="2C3D4D"/>
            </a:solidFill>
          </a:ln>
          <a:effectLst>
            <a:outerShdw sx="100000" sy="100000" kx="0" ky="0" algn="bl" rotWithShape="0" blurRad="12700" dist="1270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guest2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-Gn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-G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/etc/group | grep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newgrp guest</a:t>
            </a:r>
            <a:endParaRPr lang="en-US" sz="1400" dirty="0"/>
          </a:p>
        </p:txBody>
      </p:sp>
      <p:pic>
        <p:nvPicPr>
          <p:cNvPr id="6" name="Image 0" descr="/mnt/data/lab3_pack/img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36229"/>
            <a:ext cx="6492240" cy="2145262"/>
          </a:xfrm>
          <a:prstGeom prst="rect">
            <a:avLst/>
          </a:prstGeom>
        </p:spPr>
      </p:pic>
      <p:pic>
        <p:nvPicPr>
          <p:cNvPr id="7" name="Image 1" descr="/mnt/data/lab3_pack/imgs/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875068"/>
            <a:ext cx="6492240" cy="14395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Изменение прав каталога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42976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При правах 000 пользователь guest2 не может войти в каталог dir1.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Права директории напрямую влияют на доступ к объектам внутри неё.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4389120" cy="1600200"/>
          </a:xfrm>
          <a:prstGeom prst="rect">
            <a:avLst/>
          </a:prstGeom>
          <a:solidFill>
            <a:srgbClr val="0D141A"/>
          </a:solidFill>
          <a:ln>
            <a:solidFill>
              <a:srgbClr val="2C3D4D"/>
            </a:solidFill>
          </a:ln>
          <a:effectLst>
            <a:outerShdw sx="100000" sy="100000" kx="0" ky="0" algn="bl" rotWithShape="0" blurRad="12700" dist="1270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g+rwx /home/guest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000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-ld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F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/home/guest/dir1</a:t>
            </a:r>
            <a:endParaRPr lang="en-US" sz="1400" dirty="0"/>
          </a:p>
        </p:txBody>
      </p:sp>
      <p:pic>
        <p:nvPicPr>
          <p:cNvPr id="7" name="Image 0" descr="/mnt/data/lab3_pack/imgs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363525"/>
            <a:ext cx="5486400" cy="1216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Примеры доступа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261872"/>
            <a:ext cx="4754880" cy="1783080"/>
          </a:xfrm>
          <a:prstGeom prst="roundRect">
            <a:avLst/>
          </a:prstGeom>
          <a:solidFill>
            <a:srgbClr val="1C2C39"/>
          </a:solidFill>
          <a:ln w="12700">
            <a:solidFill>
              <a:srgbClr val="304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44752"/>
            <a:ext cx="4343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Вариант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dir1 = 750, file1 = 640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• вход в каталог разрешён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• чтение файла разрешено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• запись в файл запрещена</a:t>
            </a:r>
            <a:endParaRPr lang="en-US" sz="1700" dirty="0"/>
          </a:p>
        </p:txBody>
      </p:sp>
      <p:pic>
        <p:nvPicPr>
          <p:cNvPr id="7" name="Image 0" descr="/mnt/data/lab3_pack/imgs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96995"/>
            <a:ext cx="5029200" cy="11151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657600"/>
            <a:ext cx="4754880" cy="1783080"/>
          </a:xfrm>
          <a:prstGeom prst="roundRect">
            <a:avLst/>
          </a:prstGeom>
          <a:solidFill>
            <a:srgbClr val="1C2C39"/>
          </a:solidFill>
          <a:ln w="12700">
            <a:solidFill>
              <a:srgbClr val="304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82219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Вариант 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dir1 = 770, file1 = 660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• разрешены чтение и запись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4"/>
                </a:solidFill>
              </a:rPr>
              <a:t>• разрешены создание, переименование и удаление файлов</a:t>
            </a:r>
            <a:endParaRPr lang="en-US" sz="1700" dirty="0"/>
          </a:p>
        </p:txBody>
      </p:sp>
      <p:pic>
        <p:nvPicPr>
          <p:cNvPr id="10" name="Image 1" descr="/mnt/data/lab3_pack/imgs/s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4065104"/>
            <a:ext cx="5029200" cy="13338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Таблица 3.1. Установленные права и действия</a:t>
            </a:r>
            <a:endParaRPr lang="en-US" sz="2500" dirty="0"/>
          </a:p>
        </p:txBody>
      </p:sp>
      <p:pic>
        <p:nvPicPr>
          <p:cNvPr id="5" name="Image 0" descr="/mnt/data/lab3_pack/tabl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15449"/>
            <a:ext cx="7772400" cy="196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645920"/>
            <a:ext cx="310896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</a:rPr>
              <a:t>Знак «+» означает, что операция разрешена.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</a:rPr>
              <a:t>Знак «-» означает, что операция запрещена.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</a:rPr>
              <a:t>Комбинация прав на каталог и файл определяет итоговый доступ пользователя guest2.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1"/>
          </a:solidFill>
          <a:ln w="12700">
            <a:solidFill>
              <a:srgbClr val="1630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Таблица 3.2 и выводы</a:t>
            </a:r>
            <a:endParaRPr lang="en-US" sz="2500" dirty="0"/>
          </a:p>
        </p:txBody>
      </p:sp>
      <p:pic>
        <p:nvPicPr>
          <p:cNvPr id="5" name="Image 0" descr="/mnt/data/lab3_pack/table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12925"/>
            <a:ext cx="5120640" cy="2574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554480"/>
            <a:ext cx="502920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для входа в каталог нужен x;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для просмотра содержимого нужен r;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для создания, удаления и переименования нужны w и x;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доступ определяется правами и файла, и каталога;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E8EEF4"/>
                </a:solidFill>
              </a:rPr>
              <a:t>guest2 получает права группы guest.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7E3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2026-04-17T05:33:25Z</dcterms:created>
  <dcterms:modified xsi:type="dcterms:W3CDTF">2026-04-17T05:33:25Z</dcterms:modified>
</cp:coreProperties>
</file>