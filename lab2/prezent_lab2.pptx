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Дискреционное разграничение прав в Linux. Основные атрибуты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Скворцова Анастасия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Получить практические навыки работы в консоли Linux с основными атрибутами файлов.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Закрепить теоретические основы дискреционного разграничения доступа.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Исследовать влияние прав на директорию и файл на выполнение операций.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выполнения работы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Создание пользователя guest.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Проверка pwd, whoami, id, groups.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Просмотр /etc/passwd, /home, lsattr.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Создание dir1 и исследование прав доступа.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Проверка сценариев 000, 100, 700.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Заполнение таблиц 2.1 и 2.2.
</a:t>
            </a:r>
            <a:endParaRPr lang="en-US" sz="2000" dirty="0"/>
          </a:p>
        </p:txBody>
      </p:sp>
      <p:pic>
        <p:nvPicPr>
          <p:cNvPr id="4" name="Image 0" descr="/mnt/data/lab2_package/screens/lab2_sc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179850"/>
            <a:ext cx="4937760" cy="13095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пользователя и проверка окружения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2700">
            <a:solidFill>
              <a:srgbClr val="C8D1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1887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useradd 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passwd guest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guest находится в домашнем каталоге /home/guest. Значения uid и gid совпадают с записью в /etc/passwd.</a:t>
            </a:r>
            <a:endParaRPr lang="en-US" sz="1800" dirty="0"/>
          </a:p>
        </p:txBody>
      </p:sp>
      <p:pic>
        <p:nvPicPr>
          <p:cNvPr id="6" name="Image 0" descr="/mnt/data/lab2_package/screens/lab2_sc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349610"/>
            <a:ext cx="5486400" cy="13358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dir1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F5F7F9"/>
          </a:solidFill>
          <a:ln w="12700">
            <a:solidFill>
              <a:srgbClr val="C8D1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14300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dir1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000 dir1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"test" &gt; /home/guest/dir1/file1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100 dir1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dir1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700 dir1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34747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000 операции внутри каталога запрещены.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100 можно войти в каталог, но нельзя просматривать содержимое.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700 владельцу доступны все операции.</a:t>
            </a:r>
            <a:endParaRPr lang="en-US" sz="1800" dirty="0"/>
          </a:p>
        </p:txBody>
      </p:sp>
      <p:pic>
        <p:nvPicPr>
          <p:cNvPr id="6" name="Image 0" descr="/mnt/data/lab2_package/screens/lab2_sc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326353"/>
            <a:ext cx="5212080" cy="13823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2.1. Установленные права и разрешённые действия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283464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914400"/>
                <a:gridCol w="914400"/>
                <a:gridCol w="822960"/>
                <a:gridCol w="822960"/>
                <a:gridCol w="1097280"/>
                <a:gridCol w="914400"/>
                <a:gridCol w="1005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Права директории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Права файла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Удаление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Смена директории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Просмотр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Переименование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Смена атрибутов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(000)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d--x------ (100)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drwx------ (700)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-rwx------ (700)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2.2. Минимальные права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234440"/>
          <a:ext cx="10058400" cy="3749040"/>
        </p:xfrm>
        <a:graphic>
          <a:graphicData uri="http://schemas.openxmlformats.org/drawingml/2006/table">
            <a:tbl>
              <a:tblPr/>
              <a:tblGrid>
                <a:gridCol w="3657600"/>
                <a:gridCol w="3017520"/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Права на директорию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Права на файл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Создание файла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требуются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Удаление файла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требуются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Чтение файла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Запись в файл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Переименование файла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требуются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Создание поддиректории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требуются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Удаление поддиректории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требуются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8B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Права на директорию и файл влияют на разные операции.
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x на директорию отвечает за вход в каталог.
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r на директорию отвечает за просмотр содержимого.
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Сочетание w и x необходимо для создания, удаления и переименования объектов.
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НБИбд-01-24 • Скворцова Анастасия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РУДН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№2</dc:title>
  <dc:subject>Лабораторная работа №2</dc:subject>
  <dc:creator>OpenAI</dc:creator>
  <cp:lastModifiedBy>OpenAI</cp:lastModifiedBy>
  <cp:revision>1</cp:revision>
  <dcterms:created xsi:type="dcterms:W3CDTF">2026-04-17T06:21:05Z</dcterms:created>
  <dcterms:modified xsi:type="dcterms:W3CDTF">2026-04-17T06:21:05Z</dcterms:modified>
</cp:coreProperties>
</file>